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7915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E1B4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exus-biz.vercel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NexusBiz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Business Idea Generator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4114800"/>
            <a:ext cx="5486400" cy="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Transform Ideas into Actionable Business Plans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future of entrepreneurship with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800"/>
              </a:lnSpc>
              <a:buSzPct val="100000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AI-powered business intelligence platform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personalized business ideas based on your skills, budget &amp; market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comprehensive business plans with financial projections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glassmorphic UI with stunning animations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AI processing with Anthropic Claude / Ollama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business plans to PDF for presentations</a:t>
            </a:r>
            <a:endParaRPr lang="en-US" sz="1400" dirty="0"/>
          </a:p>
        </p:txBody>
      </p:sp>
      <p:pic>
        <p:nvPicPr>
          <p:cNvPr id="5" name="Image 0" descr="C:\nexusprime\NexusBiz\presentation_images\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03811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launch your business empire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1463040"/>
            <a:ext cx="27432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</a:rPr>
              <a:t>AI-Powered Ideas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Curate personalized business concepts based on market potential.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7432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</a:rPr>
              <a:t>Complete Business Plans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Comprehensive structural frameworks and actions.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7432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</a:rPr>
              <a:t>Financial Projections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Data-driven 3-year forecasting.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3383280"/>
            <a:ext cx="27432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</a:rPr>
              <a:t>Marketing Strategy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Targeted customer acquisition plans.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383280"/>
            <a:ext cx="27432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</a:rPr>
              <a:t>Operations Planning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4206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Detailed workflows and resource requirements.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383280"/>
            <a:ext cx="27432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</a:rPr>
              <a:t>Idea Comparison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206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Compare up to 3 business ideas side-by-side.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intelligent wizard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3500"/>
              </a:lnSpc>
              <a:buNone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3500"/>
              </a:lnSpc>
              <a:buNone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3500"/>
              </a:lnSpc>
              <a:buNone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3500"/>
              </a:lnSpc>
              <a:buNone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ts val="35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Market Analysis: Select industry, budget, location</a:t>
            </a:r>
            <a:endParaRPr lang="en-US" sz="1400" dirty="0"/>
          </a:p>
          <a:p>
            <a:pPr marL="0" indent="0">
              <a:lnSpc>
                <a:spcPts val="35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Skills Assessment: Define skills &amp; risk tolerance</a:t>
            </a:r>
            <a:endParaRPr lang="en-US" sz="1400" dirty="0"/>
          </a:p>
          <a:p>
            <a:pPr marL="0" indent="0">
              <a:lnSpc>
                <a:spcPts val="35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Strategy Planning: Business model &amp; target market</a:t>
            </a:r>
            <a:endParaRPr lang="en-US" sz="1400" dirty="0"/>
          </a:p>
          <a:p>
            <a:pPr marL="0" indent="0">
              <a:lnSpc>
                <a:spcPts val="35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Launch Configuration: Generate AI ideas</a:t>
            </a:r>
            <a:endParaRPr lang="en-US" sz="1400" dirty="0"/>
          </a:p>
        </p:txBody>
      </p:sp>
      <p:pic>
        <p:nvPicPr>
          <p:cNvPr id="5" name="Image 0" descr="C:\nexusprime\NexusBiz\presentation_images\wi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AI-synthesized business concepts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63731" y="1828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>
              <a:lnSpc>
                <a:spcPts val="2800"/>
              </a:lnSpc>
              <a:buSzPct val="100000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lvl="1">
              <a:lnSpc>
                <a:spcPts val="2800"/>
              </a:lnSpc>
              <a:buSzPct val="100000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lvl="1">
              <a:lnSpc>
                <a:spcPts val="2800"/>
              </a:lnSpc>
              <a:buSzPct val="100000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lvl="1">
              <a:lnSpc>
                <a:spcPts val="2800"/>
              </a:lnSpc>
              <a:buSzPct val="100000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lvl="1">
              <a:lnSpc>
                <a:spcPts val="2800"/>
              </a:lnSpc>
              <a:buSzPct val="100000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lvl="1">
              <a:lnSpc>
                <a:spcPts val="2800"/>
              </a:lnSpc>
              <a:buSzPct val="100000"/>
            </a:pPr>
            <a:endParaRPr lang="en-US" sz="1400" dirty="0">
              <a:solidFill>
                <a:srgbClr val="F8FAF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lvl="1">
              <a:lnSpc>
                <a:spcPts val="2800"/>
              </a:lnSpc>
              <a:buSzPct val="100000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Bento Grid Layout for quick scanning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Search &amp; Filtering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Mode for side-by-side analysis</a:t>
            </a:r>
            <a:endParaRPr lang="en-US" sz="1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Sentiment indicators</a:t>
            </a:r>
            <a:endParaRPr lang="en-US" sz="1400" dirty="0"/>
          </a:p>
        </p:txBody>
      </p:sp>
      <p:pic>
        <p:nvPicPr>
          <p:cNvPr id="5" name="Image 0" descr="C:\nexusprime\NexusBiz\presentation_images\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Generator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architectural specification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Executive Summary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645920"/>
            <a:ext cx="19202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645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Market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19202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645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Financial Projections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66560" y="1645920"/>
            <a:ext cx="19202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16459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Marketing Strategy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9202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60320" y="3017520"/>
            <a:ext cx="19202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30175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Technology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19202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0175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Legal &amp; HR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3017520"/>
            <a:ext cx="192024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0175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</a:rPr>
              <a:t>Timeline &amp; Risk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4389120"/>
            <a:ext cx="2743200" cy="457200"/>
          </a:xfrm>
          <a:prstGeom prst="round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AFC"/>
                </a:solidFill>
              </a:rPr>
              <a:t>📥 Export to PDF Available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Intelligence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3196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projections</a:t>
            </a:r>
            <a:endParaRPr lang="en-US" sz="1800" dirty="0"/>
          </a:p>
        </p:txBody>
      </p:sp>
      <p:pic>
        <p:nvPicPr>
          <p:cNvPr id="4" name="Image 0" descr="C:\nexusprime\NexusBiz\presentation_images\finan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0"/>
            <a:ext cx="41148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15691" y="1430386"/>
            <a:ext cx="3971109" cy="16589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just"/>
            <a:endParaRPr lang="en-US" sz="1400" b="1" dirty="0"/>
          </a:p>
          <a:p>
            <a:pPr algn="just"/>
            <a:endParaRPr lang="en-US" sz="1400" b="1" dirty="0"/>
          </a:p>
          <a:p>
            <a:pPr algn="just"/>
            <a:endParaRPr lang="en-US" sz="1400" b="1" dirty="0"/>
          </a:p>
          <a:p>
            <a:pPr algn="just"/>
            <a:endParaRPr lang="en-US" sz="1400" b="1" dirty="0"/>
          </a:p>
          <a:p>
            <a:pPr algn="just"/>
            <a:endParaRPr lang="en-US" sz="1400" b="1" dirty="0"/>
          </a:p>
          <a:p>
            <a:pPr algn="just"/>
            <a:endParaRPr lang="en-US" sz="1400" b="1" dirty="0"/>
          </a:p>
          <a:p>
            <a:pPr algn="just"/>
            <a:endParaRPr lang="en-US" sz="1400" b="1" dirty="0"/>
          </a:p>
          <a:p>
            <a:pPr algn="just"/>
            <a:endParaRPr lang="en-US" sz="1400" b="1" dirty="0"/>
          </a:p>
          <a:p>
            <a:pPr algn="just"/>
            <a:endParaRPr lang="en-US" sz="1400" b="1" dirty="0"/>
          </a:p>
          <a:p>
            <a:pPr algn="just"/>
            <a:endParaRPr lang="en-US" sz="1400" b="1" dirty="0"/>
          </a:p>
          <a:p>
            <a:pPr algn="just"/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3-Year Revenue Forecast: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 Interactive area charts with Year 1, 2, 3 projections</a:t>
            </a:r>
          </a:p>
          <a:p>
            <a:pPr algn="just"/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Breakeven Analysis: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 Calculated timeline to profitability</a:t>
            </a:r>
          </a:p>
          <a:p>
            <a:pPr algn="just"/>
            <a:r>
              <a:rPr lang="en-US" sz="1400" b="1" dirty="0" err="1">
                <a:solidFill>
                  <a:schemeClr val="bg2">
                    <a:lumMod val="75000"/>
                  </a:schemeClr>
                </a:solidFill>
              </a:rPr>
              <a:t>CapEx</a:t>
            </a:r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 Requirements: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 Initial investment breakdown</a:t>
            </a:r>
          </a:p>
          <a:p>
            <a:pPr algn="just"/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Estimated Valuation: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 Year 3 business valuation</a:t>
            </a:r>
          </a:p>
          <a:p>
            <a:pPr algn="just"/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Quarterly Projections: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 Detailed Q1-Q6 revenue mapping</a:t>
            </a:r>
          </a:p>
          <a:p>
            <a:pPr algn="just"/>
            <a:r>
              <a:rPr lang="en-US" sz="1400" b="1" dirty="0">
                <a:solidFill>
                  <a:schemeClr val="bg2">
                    <a:lumMod val="75000"/>
                  </a:schemeClr>
                </a:solidFill>
              </a:rPr>
              <a:t>Visual Analytics: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</a:rPr>
              <a:t> Beautiful charts powered by Recharts</a:t>
            </a:r>
          </a:p>
          <a:p>
            <a:pPr marL="342900" indent="-342900" algn="just">
              <a:lnSpc>
                <a:spcPts val="2800"/>
              </a:lnSpc>
              <a:buSzPct val="10000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React 18, TypeScript, Vite, Tailwind CSS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</a:rPr>
              <a:t>Backend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Node.js, Express.js, TypeScript, Zod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</a:rPr>
              <a:t>AI / ML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Anthropic Claude, Ollama, Groq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</a:rPr>
              <a:t>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</a:rPr>
              <a:t>Winston, Helmet, Rate Limiting</a:t>
            </a:r>
            <a:endParaRPr lang="en-US" sz="1200" dirty="0"/>
          </a:p>
        </p:txBody>
      </p:sp>
      <p:pic>
        <p:nvPicPr>
          <p:cNvPr id="12" name="Image 0" descr="C:\nexusprime\NexusBiz\presentation_images\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2880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build your next business empire?</a:t>
            </a:r>
            <a:endParaRPr lang="en-US" sz="2000" dirty="0"/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2743200" y="4114800"/>
            <a:ext cx="3657600" cy="731520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🚀 Start Building with NexusBiz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344</Words>
  <Application>Microsoft Office PowerPoint</Application>
  <PresentationFormat>On-screen Show (16:9)</PresentationFormat>
  <Paragraphs>106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NexusPrime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NexusBiz Presentation</dc:title>
  <dc:subject>PptxGenJS Presentation</dc:subject>
  <dc:creator>NexusBiz AI</dc:creator>
  <cp:lastModifiedBy>tejas.241006@gmail.com</cp:lastModifiedBy>
  <cp:revision>3</cp:revision>
  <dcterms:created xsi:type="dcterms:W3CDTF">2026-02-03T17:24:36Z</dcterms:created>
  <dcterms:modified xsi:type="dcterms:W3CDTF">2026-02-03T17:38:02Z</dcterms:modified>
</cp:coreProperties>
</file>